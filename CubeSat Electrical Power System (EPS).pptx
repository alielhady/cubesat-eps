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008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00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59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72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6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77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6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9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7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043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8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636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642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112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15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7296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73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688A896-CA11-447C-9F98-CE9FA5732845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DF4C110-7CD0-4C34-9AEE-6EE946A7F5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6786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79D25-71DF-7227-13ED-F0F9DEDF8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889" y="-211492"/>
            <a:ext cx="8676222" cy="3200400"/>
          </a:xfrm>
        </p:spPr>
        <p:txBody>
          <a:bodyPr/>
          <a:lstStyle/>
          <a:p>
            <a:r>
              <a:rPr lang="en-US" dirty="0"/>
              <a:t>CubeSat Electrical Power System (EPS)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239A09-2744-2890-5169-4BEA67CEA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7889" y="4772608"/>
            <a:ext cx="8676222" cy="1905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354DF77A-16C9-946D-60F0-4F62306A7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3437" y="3658183"/>
            <a:ext cx="5688563" cy="319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555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0A820-B61F-D387-CC73-4103A1FC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C037E-6BEC-1B1F-9065-7C46C08C3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1" i="0" dirty="0">
                <a:effectLst/>
                <a:latin typeface="YS Text"/>
              </a:rPr>
              <a:t>CubeSat Electrical Power System (EPS)</a:t>
            </a:r>
            <a:r>
              <a:rPr lang="en-US" b="0" i="0" dirty="0">
                <a:effectLst/>
                <a:latin typeface="YS Text"/>
              </a:rPr>
              <a:t> manages the power collection and distribution in the satellite with an integrated Battery Management System (BMS). The EPS stores generated energy in onboard lithium-ion batteries.</a:t>
            </a:r>
            <a:br>
              <a:rPr lang="en-US" b="0" i="0" dirty="0">
                <a:effectLst/>
                <a:latin typeface="YS Text"/>
              </a:rPr>
            </a:br>
            <a:r>
              <a:rPr lang="en-US" b="0" dirty="0">
                <a:effectLst/>
                <a:latin typeface="YS Text"/>
              </a:rPr>
              <a:t>Some of the EPS features are: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YS Text"/>
              </a:rPr>
              <a:t>Power generation</a:t>
            </a:r>
            <a:r>
              <a:rPr lang="en-US" b="0" i="0" dirty="0">
                <a:effectLst/>
                <a:latin typeface="YS Text"/>
              </a:rPr>
              <a:t>. Solar cells, bypass diodes, and energy harvesting.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YS Text"/>
              </a:rPr>
              <a:t>Power safety and fault protection</a:t>
            </a:r>
            <a:r>
              <a:rPr lang="en-US" b="0" i="0" dirty="0">
                <a:effectLst/>
                <a:latin typeface="YS Text"/>
              </a:rPr>
              <a:t>. </a:t>
            </a:r>
            <a:r>
              <a:rPr lang="en-US" b="0" i="0" dirty="0" err="1">
                <a:effectLst/>
                <a:latin typeface="YS Text"/>
              </a:rPr>
              <a:t>Polyfuses</a:t>
            </a:r>
            <a:r>
              <a:rPr lang="en-US" b="0" i="0" dirty="0">
                <a:effectLst/>
                <a:latin typeface="YS Text"/>
              </a:rPr>
              <a:t>, resettable fuses, TVS diodes, Schottky diodes, isolation relays, and a watchdog timer IC.</a:t>
            </a:r>
          </a:p>
          <a:p>
            <a:pPr marL="0" indent="0" algn="l">
              <a:buNone/>
            </a:pPr>
            <a:r>
              <a:rPr lang="en-US" b="1" i="0" dirty="0">
                <a:effectLst/>
                <a:latin typeface="YS Text"/>
              </a:rPr>
              <a:t>Connectors and wiring</a:t>
            </a:r>
            <a:r>
              <a:rPr lang="en-US" b="0" i="0" dirty="0">
                <a:effectLst/>
                <a:latin typeface="YS Text"/>
              </a:rPr>
              <a:t>. Board-to-board connectors, PCB terminals, a power distribution board, harnessing, connectors, screw terminals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448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A2B0C-63B1-E9DC-1816-1832D28BA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BCEA3-135A-F40A-4BD1-83979DF27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79171"/>
            <a:ext cx="5035452" cy="3124201"/>
          </a:xfrm>
        </p:spPr>
        <p:txBody>
          <a:bodyPr/>
          <a:lstStyle/>
          <a:p>
            <a:r>
              <a:rPr lang="en-US" dirty="0"/>
              <a:t>To create a demonstration model of a CubeSat EPS to study the principles of operation of small satellite power supply systems.</a:t>
            </a:r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EF4D5C2A-525A-2E59-A0DC-9884B032C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2146041"/>
            <a:ext cx="51435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30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5A79-1D54-BED8-B688-EA868A3AC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Relevance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DFE80-4162-B6E9-9EAD-326611036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4364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166</TotalTime>
  <Words>137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YS Text</vt:lpstr>
      <vt:lpstr>Mesh</vt:lpstr>
      <vt:lpstr>CubeSat Electrical Power System (EPS)</vt:lpstr>
      <vt:lpstr>Introduction</vt:lpstr>
      <vt:lpstr>Project objective:</vt:lpstr>
      <vt:lpstr>Relevance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Glebzio Auditore</dc:creator>
  <cp:lastModifiedBy>Glebzio Auditore</cp:lastModifiedBy>
  <cp:revision>2</cp:revision>
  <dcterms:created xsi:type="dcterms:W3CDTF">2025-10-06T16:15:36Z</dcterms:created>
  <dcterms:modified xsi:type="dcterms:W3CDTF">2025-10-07T17:44:56Z</dcterms:modified>
</cp:coreProperties>
</file>