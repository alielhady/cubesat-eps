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CubeSat Electrical Power System (EPS)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To design and implement a miniature satellite power management system that simulates energy generation, storage, and distribution.</a:t>
            </a:r>
          </a:p>
          <a:p>
            <a:endParaRPr/>
          </a:p>
          <a:p>
            <a:r>
              <a:t>Team Members: [Add Names]</a:t>
            </a:r>
          </a:p>
          <a:p>
            <a:r>
              <a:t>Supervisor: [Add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CubeSats require a reliable Electrical Power System (EPS) to:</a:t>
            </a:r>
          </a:p>
          <a:p>
            <a:r>
              <a:t>- Generate power (via solar panels)</a:t>
            </a:r>
          </a:p>
          <a:p>
            <a:r>
              <a:t>- Store energy (in batteries)</a:t>
            </a:r>
          </a:p>
          <a:p>
            <a:r>
              <a:t>- Distribute power (through converters and controllers)</a:t>
            </a:r>
          </a:p>
          <a:p>
            <a:endParaRPr/>
          </a:p>
          <a:p>
            <a:r>
              <a:t>Our mock-up replicates this using solar panel imitation, STM32 controller, and telemetry for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Solar Panels / Simulators</a:t>
            </a:r>
          </a:p>
          <a:p>
            <a:r>
              <a:t>2. Battery (Li-ion / Li-Po) with BMS</a:t>
            </a:r>
          </a:p>
          <a:p>
            <a:r>
              <a:t>3. DC-DC Converters for 5V and 3.3V</a:t>
            </a:r>
          </a:p>
          <a:p>
            <a:r>
              <a:t>4. STM32 Microcontroller for control and monitoring</a:t>
            </a:r>
          </a:p>
          <a:p>
            <a:r>
              <a:t>5. Load Simulation using LEDs, fans, or small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Flow:</a:t>
            </a:r>
          </a:p>
          <a:p>
            <a:r>
              <a:rPr dirty="0"/>
              <a:t>Solar Panel → Charge Controller → Battery → DC-DC Converters → Loads</a:t>
            </a:r>
          </a:p>
          <a:p>
            <a:endParaRPr dirty="0"/>
          </a:p>
          <a:p>
            <a:r>
              <a:rPr dirty="0"/>
              <a:t>Control Flow:</a:t>
            </a:r>
          </a:p>
          <a:p>
            <a:r>
              <a:rPr dirty="0"/>
              <a:t>STM32 monitors current, voltage, </a:t>
            </a:r>
            <a:r>
              <a:rPr lang="en-US" dirty="0"/>
              <a:t>state </a:t>
            </a:r>
            <a:r>
              <a:rPr lang="en-US"/>
              <a:t>of charge</a:t>
            </a:r>
            <a:r>
              <a:t>, and temperature, controlling load switching &amp;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 Sections:</a:t>
            </a:r>
          </a:p>
          <a:p>
            <a:r>
              <a:rPr dirty="0"/>
              <a:t>- Charging Stage: Solar panel + TP4056 charge controller</a:t>
            </a:r>
            <a:r>
              <a:rPr lang="en-US" dirty="0"/>
              <a:t> ( for battery charging )</a:t>
            </a:r>
            <a:endParaRPr dirty="0"/>
          </a:p>
          <a:p>
            <a:r>
              <a:rPr dirty="0"/>
              <a:t>- Storage Stage: Battery + BMS</a:t>
            </a:r>
            <a:r>
              <a:rPr lang="en-US" dirty="0"/>
              <a:t> </a:t>
            </a:r>
            <a:endParaRPr dirty="0"/>
          </a:p>
          <a:p>
            <a:r>
              <a:rPr dirty="0"/>
              <a:t>- Conversion Stage: DC-DC converters</a:t>
            </a:r>
          </a:p>
          <a:p>
            <a:r>
              <a:rPr dirty="0"/>
              <a:t>- Measurement: Voltage dividers + INA219 or ACS712 current sensors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STM32 Controller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Read battery voltage and current through ADC</a:t>
            </a:r>
          </a:p>
          <a:p>
            <a:r>
              <a:rPr dirty="0"/>
              <a:t>- Estimate State of Charge (SOC)</a:t>
            </a:r>
          </a:p>
          <a:p>
            <a:r>
              <a:rPr dirty="0"/>
              <a:t>- Manage charging/discharging</a:t>
            </a:r>
          </a:p>
          <a:p>
            <a:r>
              <a:rPr dirty="0"/>
              <a:t>- Cut off power when voltage is too low</a:t>
            </a:r>
          </a:p>
          <a:p>
            <a:r>
              <a:rPr dirty="0"/>
              <a:t>- Communicate telemetry data via UART/Bluetooth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Telemetry and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To monitor satellite power health in real time.</a:t>
            </a:r>
          </a:p>
          <a:p>
            <a:endParaRPr/>
          </a:p>
          <a:p>
            <a:r>
              <a:t>Features:</a:t>
            </a:r>
          </a:p>
          <a:p>
            <a:r>
              <a:t>- Display battery voltage, current, and temperature</a:t>
            </a:r>
          </a:p>
          <a:p>
            <a:r>
              <a:t>- Live graphing of charge/discharge cycles</a:t>
            </a:r>
          </a:p>
          <a:p>
            <a:r>
              <a:t>- Data transmission via UART or Bluetooth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LEDs, fans, or motors simulate subsystems.</a:t>
            </a:r>
          </a:p>
          <a:p>
            <a:r>
              <a:t>Controlled by MOSFETs via STM32.</a:t>
            </a:r>
          </a:p>
          <a:p>
            <a:endParaRPr/>
          </a:p>
          <a:p>
            <a:r>
              <a:t>Goal: Demonstrate realistic power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&amp; Firmware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Firmware (STM32):</a:t>
            </a:r>
          </a:p>
          <a:p>
            <a:r>
              <a:t>- ADC readings</a:t>
            </a:r>
          </a:p>
          <a:p>
            <a:r>
              <a:t>- Power mode logic</a:t>
            </a:r>
          </a:p>
          <a:p>
            <a:r>
              <a:t>- UART/Bluetooth communication</a:t>
            </a:r>
          </a:p>
          <a:p>
            <a:endParaRPr/>
          </a:p>
          <a:p>
            <a:r>
              <a:t>PC Interface:</a:t>
            </a:r>
          </a:p>
          <a:p>
            <a:r>
              <a:t>- Serial visualization</a:t>
            </a:r>
          </a:p>
          <a:p>
            <a:r>
              <a:t>- Graphs and system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Stable 5V and 3.3V outputs</a:t>
            </a:r>
          </a:p>
          <a:p>
            <a:r>
              <a:t>- Accurate telemetry reporting</a:t>
            </a:r>
          </a:p>
          <a:p>
            <a:r>
              <a:t>- Automatic charge/discharge control</a:t>
            </a:r>
          </a:p>
          <a:p>
            <a:r>
              <a:t>- Realistic simulation of CubeSat 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Integrate MPPT</a:t>
            </a:r>
          </a:p>
          <a:p>
            <a:r>
              <a:t>- Add temperature compensation</a:t>
            </a:r>
          </a:p>
          <a:p>
            <a:r>
              <a:t>- Implement LoRa telemetry</a:t>
            </a:r>
          </a:p>
          <a:p>
            <a:r>
              <a:t>- Fabricate a PCB prototype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CubeSat EPS mock-up demonstrates:</a:t>
            </a:r>
          </a:p>
          <a:p>
            <a:r>
              <a:t>- Efficient power management</a:t>
            </a:r>
          </a:p>
          <a:p>
            <a:r>
              <a:t>- Safe battery operation</a:t>
            </a:r>
          </a:p>
          <a:p>
            <a:r>
              <a:t>- Real-time telemetry &amp; visualization</a:t>
            </a:r>
          </a:p>
          <a:p>
            <a:endParaRPr/>
          </a:p>
          <a:p>
            <a:r>
              <a:t>Outcome: Functional miniature model of real CubeSat 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CubeSat Design Specification (Cal Poly SLO)</a:t>
            </a:r>
          </a:p>
          <a:p>
            <a:r>
              <a:t>- STM32 Datasheet &amp; HAL Documentation</a:t>
            </a:r>
          </a:p>
          <a:p>
            <a:r>
              <a:t>- TP4056 &amp; INA219 Datasheets</a:t>
            </a:r>
          </a:p>
          <a:p>
            <a:r>
              <a:t>- Research papers on CubeSat EPS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471</Words>
  <Application>Microsoft Office PowerPoint</Application>
  <PresentationFormat>On-screen Show (4:3)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CubeSat Electrical Power System (EPS)</vt:lpstr>
      <vt:lpstr>Project Overview</vt:lpstr>
      <vt:lpstr>System Components</vt:lpstr>
      <vt:lpstr>System Architecture</vt:lpstr>
      <vt:lpstr>Circuit Design</vt:lpstr>
      <vt:lpstr>STM32 Controller Functions</vt:lpstr>
      <vt:lpstr>Telemetry and Data Visualization</vt:lpstr>
      <vt:lpstr>Load Simulation</vt:lpstr>
      <vt:lpstr>Software &amp; Firmware Design</vt:lpstr>
      <vt:lpstr>Expected Results</vt:lpstr>
      <vt:lpstr>Future Improvements</vt:lpstr>
      <vt:lpstr>Conclusion</vt:lpstr>
      <vt:lpstr>References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Suood Nasir Abdulla Mohamed Alameeri(H00461994)</cp:lastModifiedBy>
  <cp:revision>2</cp:revision>
  <dcterms:created xsi:type="dcterms:W3CDTF">2013-01-27T09:14:16Z</dcterms:created>
  <dcterms:modified xsi:type="dcterms:W3CDTF">2025-10-07T17:26:15Z</dcterms:modified>
  <cp:category/>
</cp:coreProperties>
</file>